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oom Clock" id="{4d43a86d-bd8d-7931-f8f7-fc9836f06904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(5%). The clock reads 85 seconds to midnight: the Bulletin's setting, as a starting point. Say the one promise: a forecast of AI catastrophe built from dated, sourced data that anyone can inspect. Add team names to the sub-line.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PROMISE (10%). Dated: every record carries the time it became public. Sourced: every number links to its market, incident or run. Labelled: REAL / SIMULATED / GAME RULE beside every claim. Lineage: looks like the Bulletin's clock, plays like Plague Inc. Today's hand is pinned to the Bulletin's 85 s as a display scale; the model sets the pace and the 1-in-10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(20%). Inputs: 4 Manifold anchors (ASI by 2030 / 2040 / 2100, AI kills ≥10% by 2100), the Kalshi KXAGICO ladder as the capability curve (cummax'd, real money), the AI Incident Database, government actions, Epoch's 77 datacentres. Rules: raw API bodies saved before parsing; point-in-time reads filter ts &lt; T, times compared as numbers; T is truncated to the second (can only drop data, never leak it). Admit the thin market: cat2100 has 19 traders and 7 daily closes - shown beside the result, never hidden. Data freeze T = 2026-10-24T20:51:00Z. Polymarket and Kalshi feed the backtest, not the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(20%). ASI arrival: a piecewise-linear CDF with knots at the market deadlines, pool-adjacent-violators monotonised when markets disagree. p_bad = P(cat by 2100) / P(ASI by 2100) = 0.297 / 0.864 ≈ 0.34. Lag ASI → catastrophe: exponential - the one assumption no market backs, labelled a GAME RULE. The hand: the first year P(catastrophe) ≥ 1 in 10, by bisection on the continuous CDF. The globe: a seeded Monte Carlo (mulberry32) of 10,000 futures drawn from the same distribution - tested to agree with the hand within 1 pt per quarter. Why it moved: leave-one-out drivers per anchor, the rest held; events are context, never causes. Backdrop: the fan over the CDF, 1-in-10 in red, the crossing year marked.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(20%). Path: Inputs with the as-of slider (prove no leakage) → Run the Monte Carlo in the browser → Replay one future on the globe, read the driver callout under the clock → Engine: the MiroFish society (X feed, government, news - all SIMULATED, recorded run with seed and id) → Why this time?. Replace the centre with screenshots or switch to the browser; the link opens the live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RECORD (20%). Out of sample, Brier (lower is better), test half n = 1,186: Market 0.085 (95% CI 0.071–0.101) · 50% coin 0.250 · Base rate 0.183 (0.162–0.210) · Blind Gemini 2.5 Flash 0.185 (0.166–0.208). The blend weight w was picked on train from 0…1 and w = 0 won: we report it. 5 of 5 leakage checks pass, computed from the data on every run. LLM spend $0.14. Caveats: this scores the market inputs, never the countdown date; Manifold is play money; Polymarket events and Kalshi ladders are clustered in the 2,000-resample bootstrap; survivorship (only resolved YES/NO count). Four cards: one per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(5%). Three labels: REAL (the record: markets, incidents, government actions), SIMULATED (MiroFish's X feed, events and news), GAME RULE (the lag, and any effect no market backs). One line on what a decision could buy. End on the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1-Title---the-terminato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2-Promise---the-face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3-Data---the-spine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4-Model---the-fan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6-Track-record---the-cards-image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5-Demo---the-HUD-image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7-Close---pap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Title - the terminato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35000" y="3556000"/>
            <a:ext cx="5715000" cy="1905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defRPr>
            </a:lvl1pPr>
          </a:lstStyle>
          <a:p>
            <a:pPr indent="0" marL="0">
              <a:buNone/>
            </a:pPr>
            <a:r>
              <a:rPr lang="en-US" sz="1200" spc="200" kern="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OXHACK 2026 · THEME: TIME · HRT TRACK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35000" y="3810000"/>
            <a:ext cx="6350000" cy="152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800" dirty="0">
                <a:solidFill>
                  <a:srgbClr val="F1F1F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800" dirty="0">
                <a:solidFill>
                  <a:srgbClr val="F1F1F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Doom Clock</a:t>
            </a:r>
            <a:endParaRPr lang="en-US" sz="8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60400" y="5397500"/>
            <a:ext cx="5715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A8A8A8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A8A8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risk made visible, run on real data.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romise - the fac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5000" y="533400"/>
            <a:ext cx="8890000" cy="63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spc="-50" kern="0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spc="-50" kern="0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Title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35000" y="1244600"/>
            <a:ext cx="88900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subtitle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Data - the spin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5000" y="533400"/>
            <a:ext cx="9525000" cy="63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spc="-50" kern="0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spc="-50" kern="0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Title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35000" y="1244600"/>
            <a:ext cx="95250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subtitle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Model - the fa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5000" y="533400"/>
            <a:ext cx="5207000" cy="63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spc="-50" kern="0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spc="-50" kern="0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Title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35000" y="1244600"/>
            <a:ext cx="52070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subtitle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Track record - the card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5000" y="533400"/>
            <a:ext cx="9525000" cy="63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spc="-50" kern="0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spc="-50" kern="0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Title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35000" y="1244600"/>
            <a:ext cx="95250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subtitle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Demo - the HU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826000" y="127000"/>
            <a:ext cx="2540000" cy="279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spc="100" kern="0" dirty="0">
                <a:solidFill>
                  <a:srgbClr val="A8A8A8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b="1" spc="100" kern="0" dirty="0">
                <a:solidFill>
                  <a:srgbClr val="A8A8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INPUTS   ·   WORLD   ·   ENGINE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525000" y="228600"/>
            <a:ext cx="24130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150" kern="0" dirty="0">
                <a:solidFill>
                  <a:srgbClr val="808080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b="1" spc="150" kern="0" dirty="0">
                <a:solidFill>
                  <a:srgbClr val="8080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WATCHED FUTURE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9525000" y="508000"/>
            <a:ext cx="2413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Typical · the median of 10,000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 Close - pap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286000" y="2095500"/>
            <a:ext cx="7620000" cy="184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200" dirty="0">
                <a:solidFill>
                  <a:srgbClr val="1F1F1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200" dirty="0">
                <a:solidFill>
                  <a:srgbClr val="1F1F1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prediction, not a prophecy.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35000" y="4445000"/>
            <a:ext cx="63500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6B6B6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doomclock-web.vercel.app</a:t>
            </a:r>
            <a:endParaRPr lang="en-US" sz="13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omclock-web.vercel.app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35000" y="35560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OXHACK 2026 · THEME: TIME · HRT TRACK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35000" y="38100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0" dirty="0">
                <a:solidFill>
                  <a:srgbClr val="F1F1F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Doom Clock</a:t>
            </a:r>
            <a:endParaRPr lang="en-US" sz="8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60400" y="5397500"/>
            <a:ext cx="571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8A8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risk made visible, run on real data.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5000" y="5334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50" kern="0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Nobody can inspect the forecast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35000" y="12446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promise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5000" y="533400"/>
            <a:ext cx="952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50" kern="0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the engine knows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35000" y="12446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asOf(T): nothing with ts ≥ T is ever returned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5000" y="5334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50" kern="0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model, two views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35000" y="1244600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clock reads it · 10,000 futures sample 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826000" y="1270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8A8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INPUTS   ·   WORLD   ·   ENGINE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525000" y="228600"/>
            <a:ext cx="241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080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WATCHED FUTURE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9525000" y="508000"/>
            <a:ext cx="24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Typical · the median of 10,000</a:t>
            </a:r>
            <a:endParaRPr lang="en-US" sz="1600" dirty="0"/>
          </a:p>
        </p:txBody>
      </p:sp>
      <p:sp>
        <p:nvSpPr>
          <p:cNvPr id="5" name="demo link">
            <a:hlinkClick r:id="rId1" tooltip="doomclock-web.vercel.app"/>
          </p:cNvPr>
          <p:cNvSpPr txBox="1"/>
          <p:nvPr/>
        </p:nvSpPr>
        <p:spPr>
          <a:xfrm>
            <a:off x="3556000" y="3175000"/>
            <a:ext cx="508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u="sng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  <a:hlinkClick r:id="rId1" invalidUrl="" action="" tgtFrame="" tooltip="doomclock-web.vercel.ap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live demo →</a:t>
            </a:r>
            <a:endParaRPr lang="en-US" sz="2800" dirty="0"/>
          </a:p>
        </p:txBody>
      </p:sp>
      <p:sp>
        <p:nvSpPr>
          <p:cNvPr id="6" name="demo url"/>
          <p:cNvSpPr txBox="1"/>
          <p:nvPr/>
        </p:nvSpPr>
        <p:spPr>
          <a:xfrm>
            <a:off x="3556000" y="37465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doomclock-web.vercel.app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5000" y="533400"/>
            <a:ext cx="952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50" kern="0" dirty="0">
                <a:solidFill>
                  <a:srgbClr val="F1F1F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Track record: are the inputs any good?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35000" y="12446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2,371 resolved questions · T = resolution − 30 d · time-split at the median T (1 Mar 2026)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286000" y="2095500"/>
            <a:ext cx="762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1F1F1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prediction, not a prophecy.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35000" y="4445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doomclock-web.vercel.app  ·  github.com/archie-brown3/oxhack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T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Doom Clock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Doom Clock - OxHack 2026</dc:title>
  <dc:subject>PptxGenJS Presentation</dc:subject>
  <dc:creator>Archie Brown</dc:creator>
  <cp:lastModifiedBy>Archie Brown</cp:lastModifiedBy>
  <cp:revision>1</cp:revision>
  <dcterms:created xsi:type="dcterms:W3CDTF">2026-10-25T01:54:20Z</dcterms:created>
  <dcterms:modified xsi:type="dcterms:W3CDTF">2026-10-25T01:54:20Z</dcterms:modified>
</cp:coreProperties>
</file>